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75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基于强化学习的</a:t>
            </a:r>
            <a:br/>
            <a:r>
              <a:t>人员配置-生产调度协同优化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2E86C1"/>
                </a:solidFill>
                <a:latin typeface="Microsoft YaHei"/>
              </a:defRPr>
            </a:pPr>
            <a:r>
              <a:t>Reinforcement Learning for Personnel Allocation &amp; Production Scheduling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4114800"/>
            <a:ext cx="301752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0" y="4572000"/>
            <a:ext cx="5760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600"/>
              </a:spcAft>
              <a:defRPr sz="1600">
                <a:solidFill>
                  <a:srgbClr val="CCD1D9"/>
                </a:solidFill>
                <a:latin typeface="Microsoft YaHei"/>
              </a:defRPr>
            </a:pPr>
            <a:r>
              <a:t>组员：__________  /  __________  /  __________  /  __________  /  __________</a:t>
            </a:r>
          </a:p>
          <a:p>
            <a:pPr algn="ctr">
              <a:spcAft>
                <a:spcPts val="1600"/>
              </a:spcAft>
              <a:defRPr sz="1600">
                <a:solidFill>
                  <a:srgbClr val="CCD1D9"/>
                </a:solidFill>
                <a:latin typeface="Microsoft YaHei"/>
              </a:defRPr>
            </a:pPr>
            <a:r>
              <a:t>课程：________________________________________</a:t>
            </a:r>
          </a:p>
          <a:p>
            <a:pPr algn="ctr">
              <a:spcAft>
                <a:spcPts val="1600"/>
              </a:spcAft>
              <a:defRPr sz="1600">
                <a:solidFill>
                  <a:srgbClr val="CCD1D9"/>
                </a:solidFill>
                <a:latin typeface="Microsoft YaHei"/>
              </a:defRPr>
            </a:pPr>
            <a:r>
              <a:t>日期：2026.06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Microsoft YaHei"/>
              </a:defRPr>
            </a:pPr>
            <a:r>
              <a:t>问题背景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Person A — 问题引入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9418320" cy="3840480"/>
          </a:xfrm>
          <a:prstGeom prst="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0"/>
              </a:spcBef>
              <a:defRPr sz="2200">
                <a:solidFill>
                  <a:srgbClr val="AAAAAA"/>
                </a:solidFill>
                <a:latin typeface="Microsoft YaHei"/>
              </a:defRPr>
            </a:pPr>
            <a:r>
              <a:t>第 2 页</a:t>
            </a:r>
            <a:br/>
            <a:r>
              <a:t>问题背景</a:t>
            </a:r>
          </a:p>
          <a:p>
            <a:pPr algn="ctr"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（待填写内容）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Microsoft YaHei"/>
              </a:defRPr>
            </a:pPr>
            <a:r>
              <a:t>方法总览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Person A — 方法总览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9418320" cy="3840480"/>
          </a:xfrm>
          <a:prstGeom prst="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0"/>
              </a:spcBef>
              <a:defRPr sz="2200">
                <a:solidFill>
                  <a:srgbClr val="AAAAAA"/>
                </a:solidFill>
                <a:latin typeface="Microsoft YaHei"/>
              </a:defRPr>
            </a:pPr>
            <a:r>
              <a:t>第 3 页</a:t>
            </a:r>
            <a:br/>
            <a:r>
              <a:t>方法总览</a:t>
            </a:r>
          </a:p>
          <a:p>
            <a:pPr algn="ctr"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（待填写内容）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Microsoft YaHei"/>
              </a:defRPr>
            </a:pPr>
            <a:r>
              <a:t>SMDP 环境建模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Person B — 方法细节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9418320" cy="3840480"/>
          </a:xfrm>
          <a:prstGeom prst="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0"/>
              </a:spcBef>
              <a:defRPr sz="2200">
                <a:solidFill>
                  <a:srgbClr val="AAAAAA"/>
                </a:solidFill>
                <a:latin typeface="Microsoft YaHei"/>
              </a:defRPr>
            </a:pPr>
            <a:r>
              <a:t>第 4 页</a:t>
            </a:r>
            <a:br/>
            <a:r>
              <a:t>SMDP 环境建模</a:t>
            </a:r>
          </a:p>
          <a:p>
            <a:pPr algn="ctr"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（待填写内容）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Microsoft YaHei"/>
              </a:defRPr>
            </a:pPr>
            <a:r>
              <a:t>DQN &amp; PPO 算法设计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Person B — 方法细节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9418320" cy="3840480"/>
          </a:xfrm>
          <a:prstGeom prst="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0"/>
              </a:spcBef>
              <a:defRPr sz="2200">
                <a:solidFill>
                  <a:srgbClr val="AAAAAA"/>
                </a:solidFill>
                <a:latin typeface="Microsoft YaHei"/>
              </a:defRPr>
            </a:pPr>
            <a:r>
              <a:t>第 5 页</a:t>
            </a:r>
            <a:br/>
            <a:r>
              <a:t>DQN &amp; PPO 算法设计</a:t>
            </a:r>
          </a:p>
          <a:p>
            <a:pPr algn="ctr"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（待填写内容）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Microsoft YaHei"/>
              </a:defRPr>
            </a:pPr>
            <a:r>
              <a:t>核心创新：ScaleInv 架构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Person B — 方法细节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9418320" cy="3840480"/>
          </a:xfrm>
          <a:prstGeom prst="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0"/>
              </a:spcBef>
              <a:defRPr sz="2200">
                <a:solidFill>
                  <a:srgbClr val="AAAAAA"/>
                </a:solidFill>
                <a:latin typeface="Microsoft YaHei"/>
              </a:defRPr>
            </a:pPr>
            <a:r>
              <a:t>第 6 页</a:t>
            </a:r>
            <a:br/>
            <a:r>
              <a:t>核心创新：ScaleInv 架构</a:t>
            </a:r>
          </a:p>
          <a:p>
            <a:pPr algn="ctr"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（待填写内容）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Microsoft YaHei"/>
              </a:defRPr>
            </a:pPr>
            <a:r>
              <a:t>实验设计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Person C — 实验设计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9418320" cy="3840480"/>
          </a:xfrm>
          <a:prstGeom prst="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0"/>
              </a:spcBef>
              <a:defRPr sz="2200">
                <a:solidFill>
                  <a:srgbClr val="AAAAAA"/>
                </a:solidFill>
                <a:latin typeface="Microsoft YaHei"/>
              </a:defRPr>
            </a:pPr>
            <a:r>
              <a:t>第 7 页</a:t>
            </a:r>
            <a:br/>
            <a:r>
              <a:t>实验设计</a:t>
            </a:r>
          </a:p>
          <a:p>
            <a:pPr algn="ctr"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（待填写内容）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Microsoft YaHei"/>
              </a:defRPr>
            </a:pPr>
            <a:r>
              <a:t>消融实验结果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Person C — 实验设计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9418320" cy="3840480"/>
          </a:xfrm>
          <a:prstGeom prst="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0"/>
              </a:spcBef>
              <a:defRPr sz="2200">
                <a:solidFill>
                  <a:srgbClr val="AAAAAA"/>
                </a:solidFill>
                <a:latin typeface="Microsoft YaHei"/>
              </a:defRPr>
            </a:pPr>
            <a:r>
              <a:t>第 8 页</a:t>
            </a:r>
            <a:br/>
            <a:r>
              <a:t>消融实验结果</a:t>
            </a:r>
          </a:p>
          <a:p>
            <a:pPr algn="ctr"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（待填写内容）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Microsoft YaHei"/>
              </a:defRPr>
            </a:pPr>
            <a:r>
              <a:t>最终测试结果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Person D — 结果展示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9418320" cy="3840480"/>
          </a:xfrm>
          <a:prstGeom prst="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0"/>
              </a:spcBef>
              <a:defRPr sz="2200">
                <a:solidFill>
                  <a:srgbClr val="AAAAAA"/>
                </a:solidFill>
                <a:latin typeface="Microsoft YaHei"/>
              </a:defRPr>
            </a:pPr>
            <a:r>
              <a:t>第 9 页</a:t>
            </a:r>
            <a:br/>
            <a:r>
              <a:t>最终测试结果</a:t>
            </a:r>
          </a:p>
          <a:p>
            <a:pPr algn="ctr"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（待填写内容）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Microsoft YaHei"/>
              </a:defRPr>
            </a:pPr>
            <a:r>
              <a:t>可视化分析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Person D — 结果展示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9418320" cy="3840480"/>
          </a:xfrm>
          <a:prstGeom prst="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0"/>
              </a:spcBef>
              <a:defRPr sz="2200">
                <a:solidFill>
                  <a:srgbClr val="AAAAAA"/>
                </a:solidFill>
                <a:latin typeface="Microsoft YaHei"/>
              </a:defRPr>
            </a:pPr>
            <a:r>
              <a:t>第 10 页</a:t>
            </a:r>
            <a:br/>
            <a:r>
              <a:t>可视化分析</a:t>
            </a:r>
          </a:p>
          <a:p>
            <a:pPr algn="ctr"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（待填写内容）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B2A4A"/>
                </a:solidFill>
                <a:latin typeface="Microsoft YaHei"/>
              </a:defRPr>
            </a:pPr>
            <a:r>
              <a:t>结论与核心贡献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AAAAA"/>
                </a:solidFill>
                <a:latin typeface="Microsoft YaHei"/>
              </a:defRPr>
            </a:pPr>
            <a:r>
              <a:t>Person E — 总结展望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1069848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9418320" cy="3840480"/>
          </a:xfrm>
          <a:prstGeom prst="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Bef>
                <a:spcPts val="10000"/>
              </a:spcBef>
              <a:defRPr sz="2200">
                <a:solidFill>
                  <a:srgbClr val="AAAAAA"/>
                </a:solidFill>
                <a:latin typeface="Microsoft YaHei"/>
              </a:defRPr>
            </a:pPr>
            <a:r>
              <a:t>第 11 页</a:t>
            </a:r>
            <a:br/>
            <a:r>
              <a:t>结论与核心贡献</a:t>
            </a:r>
          </a:p>
          <a:p>
            <a:pPr algn="ctr">
              <a:defRPr sz="1400">
                <a:solidFill>
                  <a:srgbClr val="CCCCCC"/>
                </a:solidFill>
                <a:latin typeface="Microsoft YaHei"/>
              </a:defRPr>
            </a:pPr>
            <a:r>
              <a:t>（待填写内容）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感谢聆听！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2E86C1"/>
                </a:solidFill>
                <a:latin typeface="Microsoft YaHei"/>
              </a:defRPr>
            </a:pPr>
            <a:r>
              <a:t>欢迎提问 &amp; 讨论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291840"/>
            <a:ext cx="3017520" cy="2540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0" y="3749039"/>
            <a:ext cx="6675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1400">
                <a:solidFill>
                  <a:srgbClr val="CCD1D9"/>
                </a:solidFill>
                <a:latin typeface="Microsoft YaHei"/>
              </a:defRPr>
            </a:pPr>
            <a:r>
              <a:t>代码仓库：________________________________________</a:t>
            </a:r>
          </a:p>
          <a:p>
            <a:pPr algn="ctr">
              <a:spcAft>
                <a:spcPts val="1400"/>
              </a:spcAft>
              <a:defRPr sz="1400">
                <a:solidFill>
                  <a:srgbClr val="CCD1D9"/>
                </a:solidFill>
                <a:latin typeface="Microsoft YaHei"/>
              </a:defRPr>
            </a:pPr>
            <a:r>
              <a:t>报告文档：________________________________________</a:t>
            </a:r>
          </a:p>
          <a:p>
            <a:pPr algn="ctr">
              <a:spcAft>
                <a:spcPts val="1400"/>
              </a:spcAft>
              <a:defRPr sz="1400">
                <a:solidFill>
                  <a:srgbClr val="CCD1D9"/>
                </a:solidFill>
                <a:latin typeface="Microsoft YaHei"/>
              </a:defRPr>
            </a:pPr>
            <a:r>
              <a:t>模型 &amp; 可视化：____________________________________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212080"/>
            <a:ext cx="8503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80"/>
              </a:spcAft>
              <a:defRPr sz="1100">
                <a:solidFill>
                  <a:srgbClr val="AAB2BF"/>
                </a:solidFill>
                <a:latin typeface="Microsoft YaHei"/>
              </a:defRPr>
            </a:pPr>
            <a:r>
              <a:rPr dirty="0" err="1"/>
              <a:t>分工</a:t>
            </a:r>
            <a:r>
              <a:rPr dirty="0"/>
              <a:t>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008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AAAAAA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199</Words>
  <Application>Microsoft Office PowerPoint</Application>
  <PresentationFormat>宽屏</PresentationFormat>
  <Paragraphs>63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玺威 杨</cp:lastModifiedBy>
  <cp:revision>2</cp:revision>
  <dcterms:created xsi:type="dcterms:W3CDTF">2013-01-27T09:14:16Z</dcterms:created>
  <dcterms:modified xsi:type="dcterms:W3CDTF">2026-06-14T07:39:23Z</dcterms:modified>
  <cp:category/>
</cp:coreProperties>
</file>